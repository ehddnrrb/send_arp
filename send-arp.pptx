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0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642838878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9a:56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9a:56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2260909565"/>
              </p:ext>
            </p:extLst>
          </p:nvPr>
        </p:nvGraphicFramePr>
        <p:xfrm>
          <a:off x="3750120" y="4147200"/>
          <a:ext cx="6177600" cy="1463040"/>
        </p:xfrm>
        <a:graphic>
          <a:graphicData uri="http://schemas.openxmlformats.org/drawingml/2006/table">
            <a:tbl>
              <a:tblPr/>
              <a:tblGrid>
                <a:gridCol w="101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9a:56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ff:ff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9a:56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00:00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9a:56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9a:56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749040" y="3840480"/>
            <a:ext cx="616176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c2:2c:5c:f7:6d:64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172.20.10.1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&lt;58:86:94:f3:ae:b8&gt;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172.20.10.5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&lt;90:de:80:09:9a:56&gt;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dirty="0">
                <a:solidFill>
                  <a:srgbClr val="000000"/>
                </a:solidFill>
              </a:rPr>
              <a:t>172.20.10.6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5709</TotalTime>
  <Words>101</Words>
  <Application>Microsoft Office PowerPoint</Application>
  <PresentationFormat>사용자 지정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동욱 정</cp:lastModifiedBy>
  <cp:revision>16</cp:revision>
  <dcterms:created xsi:type="dcterms:W3CDTF">2020-04-02T04:51:22Z</dcterms:created>
  <dcterms:modified xsi:type="dcterms:W3CDTF">2026-04-05T05:18:50Z</dcterms:modified>
  <dc:language>en-US</dc:language>
</cp:coreProperties>
</file>